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Basketball Performance Analysis:</a:t>
            </a:r>
          </a:p>
          <a:p>
            <a:r>
              <a:t>Identifying Key Drivers of Winning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 Atharva</a:t>
            </a:r>
          </a:p>
          <a:p>
            <a:r>
              <a:t>Trainee Software Engineer, JMAN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Summary: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10,000 team performance records to identify statistical drivers of winning.</a:t>
            </a:r>
          </a:p>
          <a:p>
            <a:r>
              <a:t>Executed a full data pipeline: cleaning, feature engineering, EDA, and hypothesis testing.</a:t>
            </a:r>
          </a:p>
          <a:p>
            <a:r>
              <a:t>Top 3 Drivers Identified: Ball Control (Assist-to-Turnover Ratio), Elite Defensive Pressure, and Home Court Advantage.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Preparing the Data for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Quality Control: Treated missing values and applied targeted IQR clipping to volume metrics to prevent outliers from skewing results.</a:t>
            </a:r>
          </a:p>
          <a:p>
            <a:r>
              <a:t>Advanced Feature Engineering: Created custom KPIs including Scoring Efficiency, Ball Control (Ast/TO), and Defensive Pressure.</a:t>
            </a:r>
          </a:p>
          <a:p>
            <a:r>
              <a:t>[PLACEHOLDER: Insert 'Before &amp; After' Boxplot here]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Correlates with Success?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 testing specific hypotheses, a correlation analysis revealed that Net Rating, Scoring Efficiency, and Ball Control are the strongest linear predictors of a high Win Percentage.</a:t>
            </a:r>
          </a:p>
          <a:p>
            <a:r>
              <a:t>[PLACEHOLDER: Insert Correlation Bar Chart here]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1: Protecting the Basketball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Does a high assist-to-turnover ratio actually translate to more wins?</a:t>
            </a:r>
          </a:p>
          <a:p>
            <a:r>
              <a:t>Teams were split into 'High' and 'Low' ball control tiers.</a:t>
            </a:r>
          </a:p>
          <a:p>
            <a:r>
              <a:t>Result: Independent T-Test confirmed a statistically significant difference (p &lt; 0.05).</a:t>
            </a:r>
          </a:p>
          <a:p>
            <a:r>
              <a:t>Conclusion: Efficient passing and low turnovers are foundational to winning basketball.</a:t>
            </a:r>
          </a:p>
          <a:p>
            <a:r>
              <a:t>[PLACEHOLDER: Insert Ball Control Boxplot/Scatterplot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2: The Impact of Elite Defense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Does having a top-tier defense separate good teams from great teams?</a:t>
            </a:r>
          </a:p>
          <a:p>
            <a:r>
              <a:t>Compared the Top 25% of defensive teams against the rest of the league.</a:t>
            </a:r>
          </a:p>
          <a:p>
            <a:r>
              <a:t>Result: Independent T-Test confirmed a statistically significant increase in win percentage for elite defenses.</a:t>
            </a:r>
          </a:p>
          <a:p>
            <a:r>
              <a:t>[PLACEHOLDER: Insert Offense vs Defense Quadrant Chart here]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3: The Reality of Playing at 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 the 'Home Court Advantage' a real statistical phenomenon?</a:t>
            </a:r>
          </a:p>
          <a:p>
            <a:r>
              <a:t>Evaluated the exact same teams in home vs. away environments.</a:t>
            </a:r>
          </a:p>
          <a:p>
            <a:r>
              <a:t>Result: A Paired T-Test (p &lt; 0.05) proved that teams perform significantly better on their home court.</a:t>
            </a:r>
          </a:p>
          <a:p>
            <a:r>
              <a:t>[PLACEHOLDER: Insert Home vs Away Scatterplot here]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Insights for Team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Recruitment &amp; Training: Prioritize point guards with high assist-to-turnover ratios; it is the most controllable driver of winning.</a:t>
            </a:r>
          </a:p>
          <a:p>
            <a:r>
              <a:t>Defensive Focus: A top-25% defensive rating provides a massive statistical safety net over a long season.</a:t>
            </a:r>
          </a:p>
          <a:p>
            <a:r>
              <a:t>Scheduling &amp; Rest: Given the proven detriment of away games, teams must optimize rest schedules to combat the mathematical disadvantage of playing on the road.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